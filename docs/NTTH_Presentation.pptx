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NTTH: No Time To Hack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555555"/>
                </a:solidFill>
              </a:defRPr>
            </a:pPr>
            <a:r>
              <a:t>An Agent-Inspired Autonomous Network Defense Architecture</a:t>
            </a:r>
          </a:p>
          <a:p>
            <a:r>
              <a:t>with Hybrid Risk Scoring and Dynamic Honeypot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1. Introduction &amp; Problem Statement</a:t>
            </a:r>
          </a:p>
          <a:p>
            <a:pPr>
              <a:defRPr sz="2400">
                <a:latin typeface="Arial"/>
              </a:defRPr>
            </a:pPr>
            <a:r>
              <a:t>2. What is NTTH?</a:t>
            </a:r>
          </a:p>
          <a:p>
            <a:pPr>
              <a:defRPr sz="2400">
                <a:latin typeface="Arial"/>
              </a:defRPr>
            </a:pPr>
            <a:r>
              <a:t>3. System Architecture</a:t>
            </a:r>
          </a:p>
          <a:p>
            <a:pPr>
              <a:defRPr sz="2400">
                <a:latin typeface="Arial"/>
              </a:defRPr>
            </a:pPr>
            <a:r>
              <a:t>4. How it Works (Core Principles)</a:t>
            </a:r>
          </a:p>
          <a:p>
            <a:pPr>
              <a:defRPr sz="2400">
                <a:latin typeface="Arial"/>
              </a:defRPr>
            </a:pPr>
            <a:r>
              <a:t>5. AI Agents Workflow</a:t>
            </a:r>
          </a:p>
          <a:p>
            <a:pPr>
              <a:defRPr sz="2400">
                <a:latin typeface="Arial"/>
              </a:defRPr>
            </a:pPr>
            <a:r>
              <a:t>6. Threat &amp; Decision Stages</a:t>
            </a:r>
          </a:p>
          <a:p>
            <a:pPr>
              <a:defRPr sz="2400">
                <a:latin typeface="Arial"/>
              </a:defRPr>
            </a:pPr>
            <a:r>
              <a:t>7. Enforcement &amp; Reporting Stages</a:t>
            </a:r>
          </a:p>
          <a:p>
            <a:pPr>
              <a:defRPr sz="2400">
                <a:latin typeface="Arial"/>
              </a:defRPr>
            </a:pPr>
            <a:r>
              <a:t>8. Working of AR9271 WiFi Monitor</a:t>
            </a:r>
          </a:p>
          <a:p>
            <a:pPr>
              <a:defRPr sz="2400">
                <a:latin typeface="Arial"/>
              </a:defRPr>
            </a:pPr>
            <a:r>
              <a:t>9. Current Working &amp; Deployed Stage</a:t>
            </a:r>
          </a:p>
          <a:p>
            <a:pPr>
              <a:defRPr sz="2400">
                <a:latin typeface="Arial"/>
              </a:defRPr>
            </a:pPr>
            <a:r>
              <a:t>10. Expected Outcomes</a:t>
            </a:r>
          </a:p>
          <a:p>
            <a:pPr>
              <a:defRPr sz="2400">
                <a:latin typeface="Arial"/>
              </a:defRPr>
            </a:pPr>
            <a:r>
              <a:t>11. Future Work</a:t>
            </a:r>
          </a:p>
          <a:p>
            <a:pPr>
              <a:defRPr sz="2400">
                <a:latin typeface="Arial"/>
              </a:defRPr>
            </a:pPr>
            <a:r>
              <a:t>12.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Automated attacks act at machine speed.</a:t>
            </a:r>
          </a:p>
          <a:p>
            <a:pPr>
              <a:defRPr sz="2400">
                <a:latin typeface="Arial"/>
              </a:defRPr>
            </a:pPr>
            <a:r>
              <a:t>Traditional SOCs involve human analysts who take 15 to 30 minutes to investigate and respond.</a:t>
            </a:r>
          </a:p>
          <a:p>
            <a:pPr>
              <a:defRPr sz="2400">
                <a:latin typeface="Arial"/>
              </a:defRPr>
            </a:pPr>
            <a:r>
              <a:t>This manual process creates a critical gap between detection and containment.</a:t>
            </a:r>
          </a:p>
          <a:p>
            <a:pPr>
              <a:defRPr sz="2400">
                <a:latin typeface="Arial"/>
              </a:defRPr>
            </a:pPr>
            <a:r>
              <a:t>Traditional IDS (Snort, Suricata) only generate alerts and lack automated response capabilities.</a:t>
            </a:r>
          </a:p>
          <a:p>
            <a:pPr>
              <a:defRPr sz="2400">
                <a:latin typeface="Arial"/>
              </a:defRPr>
            </a:pPr>
            <a:r>
              <a:t>Goal: Eliminate the human-in-the-loop delay and close the 15-30 minute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What is NTTH?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NTTH (No Time To Hack) is an autonomous network defense system.</a:t>
            </a:r>
          </a:p>
          <a:p>
            <a:pPr>
              <a:defRPr sz="2400">
                <a:latin typeface="Arial"/>
              </a:defRPr>
            </a:pPr>
            <a:r>
              <a:t>Implements a complete closed-loop pipeline: Capture -&gt; Detect -&gt; Decide -&gt; Enforce -&gt; Trap.</a:t>
            </a:r>
          </a:p>
          <a:p>
            <a:pPr>
              <a:defRPr sz="2400">
                <a:latin typeface="Arial"/>
              </a:defRPr>
            </a:pPr>
            <a:r>
              <a:t>Achieves sub-second response latency (~127 ms).</a:t>
            </a:r>
          </a:p>
          <a:p>
            <a:pPr>
              <a:defRPr sz="2400">
                <a:latin typeface="Arial"/>
              </a:defRPr>
            </a:pPr>
            <a:r>
              <a:t>Utilizes a hybrid detection model (Rule-based + ML Anomaly Detection).</a:t>
            </a:r>
          </a:p>
          <a:p>
            <a:pPr>
              <a:defRPr sz="2400">
                <a:latin typeface="Arial"/>
              </a:defRPr>
            </a:pPr>
            <a:r>
              <a:t>Dynamically deploys Linux kernel firewall rules (nftables).</a:t>
            </a:r>
          </a:p>
          <a:p>
            <a:pPr>
              <a:defRPr sz="2400">
                <a:latin typeface="Arial"/>
              </a:defRPr>
            </a:pPr>
            <a:r>
              <a:t>Transparently redirects attackers to deception surfaces (Cowrie SSH, HTTP Honeypot).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A five-phase modular pipeline connected via an asynchronous event bus (publish/subscribe).</a:t>
            </a:r>
          </a:p>
          <a:p>
            <a:pPr>
              <a:defRPr sz="2400">
                <a:latin typeface="Arial"/>
              </a:defRPr>
            </a:pPr>
            <a:r>
              <a:t>Phase 1: Network Capture (Scapy Sniffer + AR9271 Monitor).</a:t>
            </a:r>
          </a:p>
          <a:p>
            <a:pPr>
              <a:defRPr sz="2400">
                <a:latin typeface="Arial"/>
              </a:defRPr>
            </a:pPr>
            <a:r>
              <a:t>Phase 2: Event Bus for decoupled inter-agent communication.</a:t>
            </a:r>
          </a:p>
          <a:p>
            <a:pPr>
              <a:defRPr sz="2400">
                <a:latin typeface="Arial"/>
              </a:defRPr>
            </a:pPr>
            <a:r>
              <a:t>Phase 3: Agent Pipeline (Threat, Decision, Enforcement, Reporting).</a:t>
            </a:r>
          </a:p>
          <a:p>
            <a:pPr>
              <a:defRPr sz="2400">
                <a:latin typeface="Arial"/>
              </a:defRPr>
            </a:pPr>
            <a:r>
              <a:t>Phase 4: Deception Layer (Honeypot redirection).</a:t>
            </a:r>
          </a:p>
          <a:p>
            <a:pPr>
              <a:defRPr sz="2400">
                <a:latin typeface="Arial"/>
              </a:defRPr>
            </a:pPr>
            <a:r>
              <a:t>Phase 5: Real-Time Cross-Platform Dashboard (Flutter Web + Android).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How it Works (Core Principles)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Packets are continuously intercepted without halting legitimate traffic.</a:t>
            </a:r>
          </a:p>
          <a:p>
            <a:pPr>
              <a:defRPr sz="2400">
                <a:latin typeface="Arial"/>
              </a:defRPr>
            </a:pPr>
            <a:r>
              <a:t>Features are extracted (10-dimensional vector) for each packet.</a:t>
            </a:r>
          </a:p>
          <a:p>
            <a:pPr>
              <a:defRPr sz="2400">
                <a:latin typeface="Arial"/>
              </a:defRPr>
            </a:pPr>
            <a:r>
              <a:t>Traffic is assigned a risk score between 0.0 and 1.0.</a:t>
            </a:r>
          </a:p>
          <a:p>
            <a:pPr>
              <a:defRPr sz="2400">
                <a:latin typeface="Arial"/>
              </a:defRPr>
            </a:pPr>
            <a:r>
              <a:t>Actions are dynamically selected based on risk thresholds.</a:t>
            </a:r>
          </a:p>
          <a:p>
            <a:pPr>
              <a:defRPr sz="2400">
                <a:latin typeface="Arial"/>
              </a:defRPr>
            </a:pPr>
            <a:r>
              <a:t>Threats &gt;= 0.40 trigger dynamic honeypot redirection.</a:t>
            </a:r>
          </a:p>
          <a:p>
            <a:pPr>
              <a:defRPr sz="2400">
                <a:latin typeface="Arial"/>
              </a:defRPr>
            </a:pPr>
            <a:r>
              <a:t>Threats &gt;= 0.80 trigger total firewall blocking.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AI Agents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Inspired by Russell and Norvig's perception-reasoning-action model.</a:t>
            </a:r>
          </a:p>
          <a:p>
            <a:pPr>
              <a:defRPr sz="2400">
                <a:latin typeface="Arial"/>
              </a:defRPr>
            </a:pPr>
            <a:r>
              <a:t>Agents act as autonomous modules:</a:t>
            </a:r>
          </a:p>
          <a:p>
            <a:pPr>
              <a:defRPr sz="2400">
                <a:latin typeface="Arial"/>
              </a:defRPr>
            </a:pPr>
            <a:r>
              <a:t>1. Threat Agent: Perceives packets, reasons with IDS+ML, publishes risk.</a:t>
            </a:r>
          </a:p>
          <a:p>
            <a:pPr>
              <a:defRPr sz="2400">
                <a:latin typeface="Arial"/>
              </a:defRPr>
            </a:pPr>
            <a:r>
              <a:t>2. Decision Agent: Perceives risk, applies policy rules, selects action.</a:t>
            </a:r>
          </a:p>
          <a:p>
            <a:pPr>
              <a:defRPr sz="2400">
                <a:latin typeface="Arial"/>
              </a:defRPr>
            </a:pPr>
            <a:r>
              <a:t>3. Enforcement Agent: Perceives directives, applies nftables kernel rules.</a:t>
            </a:r>
          </a:p>
          <a:p>
            <a:pPr>
              <a:defRPr sz="2400">
                <a:latin typeface="Arial"/>
              </a:defRPr>
            </a:pPr>
            <a:r>
              <a:t>4. Reporting Agent: Perceives complete event, streams via WebSocket to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Threat &amp; Decision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Threat Stage:</a:t>
            </a:r>
          </a:p>
          <a:p>
            <a:pPr>
              <a:defRPr sz="2400">
                <a:latin typeface="Arial"/>
              </a:defRPr>
            </a:pPr>
            <a:r>
              <a:t>  - Hybrid Model = 0.6 * Rule Score + 0.4 * ML Score.</a:t>
            </a:r>
          </a:p>
          <a:p>
            <a:pPr>
              <a:defRPr sz="2400">
                <a:latin typeface="Arial"/>
              </a:defRPr>
            </a:pPr>
            <a:r>
              <a:t>  - Rules detect known attacks (Port Scan, SYN Flood, Brute Force).</a:t>
            </a:r>
          </a:p>
          <a:p>
            <a:pPr>
              <a:defRPr sz="2400">
                <a:latin typeface="Arial"/>
              </a:defRPr>
            </a:pPr>
            <a:r>
              <a:t>  - Isolation Forest ML detects novel anomalies unsupervised.</a:t>
            </a:r>
          </a:p>
          <a:p>
            <a:pPr>
              <a:defRPr sz="2400">
                <a:latin typeface="Arial"/>
              </a:defRPr>
            </a:pPr>
            <a:r>
              <a:t>Decision Stage:</a:t>
            </a:r>
          </a:p>
          <a:p>
            <a:pPr>
              <a:defRPr sz="2400">
                <a:latin typeface="Arial"/>
              </a:defRPr>
            </a:pPr>
            <a:r>
              <a:t>  - Protocol-aware routing avoids blocking critical gateways.</a:t>
            </a:r>
          </a:p>
          <a:p>
            <a:pPr>
              <a:defRPr sz="2400">
                <a:latin typeface="Arial"/>
              </a:defRPr>
            </a:pPr>
            <a:r>
              <a:t>  - Deduplicates repetitive threat events.</a:t>
            </a:r>
          </a:p>
          <a:p>
            <a:pPr>
              <a:defRPr sz="2400">
                <a:latin typeface="Arial"/>
              </a:defRPr>
            </a:pPr>
            <a:r>
              <a:t>  - Directs traffic: Allow, Log, Rate Limit, Honeypot, or Block.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Enforcement &amp; Reporting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Enforcement Stage:</a:t>
            </a:r>
          </a:p>
          <a:p>
            <a:pPr>
              <a:defRPr sz="2400">
                <a:latin typeface="Arial"/>
              </a:defRPr>
            </a:pPr>
            <a:r>
              <a:t>  - Executes direct commands to Linux kernel via nftables.</a:t>
            </a:r>
          </a:p>
          <a:p>
            <a:pPr>
              <a:defRPr sz="2400">
                <a:latin typeface="Arial"/>
              </a:defRPr>
            </a:pPr>
            <a:r>
              <a:t>  - Flow-Aware Redirects: Creates specific DNAT rules for Attacker -&gt; Victim flows.</a:t>
            </a:r>
          </a:p>
          <a:p>
            <a:pPr>
              <a:defRPr sz="2400">
                <a:latin typeface="Arial"/>
              </a:defRPr>
            </a:pPr>
            <a:r>
              <a:t>  - Leaves legitimate user traffic completely unaffected.</a:t>
            </a:r>
          </a:p>
          <a:p>
            <a:pPr>
              <a:defRPr sz="2400">
                <a:latin typeface="Arial"/>
              </a:defRPr>
            </a:pPr>
            <a:r>
              <a:t>Reporting Stage:</a:t>
            </a:r>
          </a:p>
          <a:p>
            <a:pPr>
              <a:defRPr sz="2400">
                <a:latin typeface="Arial"/>
              </a:defRPr>
            </a:pPr>
            <a:r>
              <a:t>  - Persists data to PostgreSQL database.</a:t>
            </a:r>
          </a:p>
          <a:p>
            <a:pPr>
              <a:defRPr sz="2400">
                <a:latin typeface="Arial"/>
              </a:defRPr>
            </a:pPr>
            <a:r>
              <a:t>  - Enriches threat data with GeoIP locations.</a:t>
            </a:r>
          </a:p>
          <a:p>
            <a:pPr>
              <a:defRPr sz="2400">
                <a:latin typeface="Arial"/>
              </a:defRPr>
            </a:pPr>
            <a:r>
              <a:t>  - Pushes live telemetry to the Flutter UI over persistent WebSockets.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Working of AR9271 WiFi Monitor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Commodity hardware adapter (~$10) operating in Monitor Mode.</a:t>
            </a:r>
          </a:p>
          <a:p>
            <a:pPr>
              <a:defRPr sz="2400">
                <a:latin typeface="Arial"/>
              </a:defRPr>
            </a:pPr>
            <a:r>
              <a:t>Sniffs 802.11 management frames natively from the airwaves.</a:t>
            </a:r>
          </a:p>
          <a:p>
            <a:pPr>
              <a:defRPr sz="2400">
                <a:latin typeface="Arial"/>
              </a:defRPr>
            </a:pPr>
            <a:r>
              <a:t>Extracts Probe Requests to track mobile devices seeking known networks.</a:t>
            </a:r>
          </a:p>
          <a:p>
            <a:pPr>
              <a:defRPr sz="2400">
                <a:latin typeface="Arial"/>
              </a:defRPr>
            </a:pPr>
            <a:r>
              <a:t>Detects Deauthentication attacks in real-time.</a:t>
            </a:r>
          </a:p>
          <a:p>
            <a:pPr>
              <a:defRPr sz="2400">
                <a:latin typeface="Arial"/>
              </a:defRPr>
            </a:pPr>
            <a:r>
              <a:t>Provides physical proximity intelligence without requiring devices to connect.</a:t>
            </a:r>
          </a:p>
          <a:p>
            <a:pPr>
              <a:defRPr sz="2400">
                <a:latin typeface="Arial"/>
              </a:defRPr>
            </a:pPr>
            <a:r>
              <a:t>Complements the wired Scapy sniffer for full spectrum awareness.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Current Working &amp; Deployed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System is fully functional, containerized via Docker Compose.</a:t>
            </a:r>
          </a:p>
          <a:p>
            <a:pPr>
              <a:defRPr sz="2400">
                <a:latin typeface="Arial"/>
              </a:defRPr>
            </a:pPr>
            <a:r>
              <a:t>Python backend, Scapy, Postgres, Cowrie, and Flutter Dashboard running smoothly.</a:t>
            </a:r>
          </a:p>
          <a:p>
            <a:pPr>
              <a:defRPr sz="2400">
                <a:latin typeface="Arial"/>
              </a:defRPr>
            </a:pPr>
            <a:r>
              <a:t>End-to-End verified against live tests (nmap, Hydra brute force, hping3 SYN flood).</a:t>
            </a:r>
          </a:p>
          <a:p>
            <a:pPr>
              <a:defRPr sz="2400">
                <a:latin typeface="Arial"/>
              </a:defRPr>
            </a:pPr>
            <a:r>
              <a:t>Dashboard handles WebSocket streams effectively, plotting threats and map topologies.</a:t>
            </a:r>
          </a:p>
          <a:p>
            <a:pPr>
              <a:defRPr sz="2400">
                <a:latin typeface="Arial"/>
              </a:defRPr>
            </a:pPr>
            <a:r>
              <a:t>Currently capturing credentials and attacker commands via the honeypot layer.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Detection Rate: &gt; 95% True Positive Rate for common attack vectors.</a:t>
            </a:r>
          </a:p>
          <a:p>
            <a:pPr>
              <a:defRPr sz="2400">
                <a:latin typeface="Arial"/>
              </a:defRPr>
            </a:pPr>
            <a:r>
              <a:t>False Positives: &lt; 5% due to hybrid scoring balance.</a:t>
            </a:r>
          </a:p>
          <a:p>
            <a:pPr>
              <a:defRPr sz="2400">
                <a:latin typeface="Arial"/>
              </a:defRPr>
            </a:pPr>
            <a:r>
              <a:t>Response Latency: Maintained consistently under 200 ms.</a:t>
            </a:r>
          </a:p>
          <a:p>
            <a:pPr>
              <a:defRPr sz="2400">
                <a:latin typeface="Arial"/>
              </a:defRPr>
            </a:pPr>
            <a:r>
              <a:t>A demonstrable operational advantage over Snort/Suricata manual response paradigms.</a:t>
            </a:r>
          </a:p>
          <a:p>
            <a:pPr>
              <a:defRPr sz="2400">
                <a:latin typeface="Arial"/>
              </a:defRPr>
            </a:pPr>
            <a:r>
              <a:t>Secure containment of threats while gathering rich adversary intelligence.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Feedback Agent: Implement an adaptive learning mechanism based on user feedback to adjust risk thresholds.</a:t>
            </a:r>
          </a:p>
          <a:p>
            <a:pPr>
              <a:defRPr sz="2400">
                <a:latin typeface="Arial"/>
              </a:defRPr>
            </a:pPr>
            <a:r>
              <a:t>Reinforcement Learning: Use RL for advanced dynamic response strategy selection.</a:t>
            </a:r>
          </a:p>
          <a:p>
            <a:pPr>
              <a:defRPr sz="2400">
                <a:latin typeface="Arial"/>
              </a:defRPr>
            </a:pPr>
            <a:r>
              <a:t>LLM Honeypot Integration: Connect LLMs to dynamically generate honeypot responses to keep attackers engaged longer.</a:t>
            </a:r>
          </a:p>
          <a:p>
            <a:pPr>
              <a:defRPr sz="2400">
                <a:latin typeface="Arial"/>
              </a:defRPr>
            </a:pPr>
            <a:r>
              <a:t>Distributed Deployment: Extend architecture across multiple sensors across an enterprise WAN.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NTTH successfully transforms network defense from passive alerting to active, autonomous enforcement.</a:t>
            </a:r>
          </a:p>
          <a:p>
            <a:pPr>
              <a:defRPr sz="2400">
                <a:latin typeface="Arial"/>
              </a:defRPr>
            </a:pPr>
            <a:r>
              <a:t>By merging ML anomaly detection with flow-aware deception, attackers are contained transparently.</a:t>
            </a:r>
          </a:p>
          <a:p>
            <a:pPr>
              <a:defRPr sz="2400">
                <a:latin typeface="Arial"/>
              </a:defRPr>
            </a:pPr>
            <a:r>
              <a:t>The agent-inspired asynchronous architecture guarantees high-speed and fault-isolated performance.</a:t>
            </a:r>
          </a:p>
          <a:p>
            <a:pPr>
              <a:defRPr sz="2400">
                <a:latin typeface="Arial"/>
              </a:defRPr>
            </a:pPr>
            <a:r>
              <a:t>Provides enterprise-grade defense mechanisms accessible to small-scale networks using commodity hardware.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B3A5C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